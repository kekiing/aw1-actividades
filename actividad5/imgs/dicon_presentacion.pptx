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194560" cy="2194560"/>
          </a:xfrm>
          <a:prstGeom prst="ellipse">
            <a:avLst/>
          </a:prstGeom>
          <a:solidFill>
            <a:srgbClr val="2457A4">
              <a:alpha val="45000"/>
            </a:srgbClr>
          </a:solidFill>
          <a:ln w="12700">
            <a:solidFill>
              <a:srgbClr val="2457A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4023360"/>
            <a:ext cx="2011680" cy="2011680"/>
          </a:xfrm>
          <a:prstGeom prst="ellipse">
            <a:avLst/>
          </a:prstGeom>
          <a:solidFill>
            <a:srgbClr val="4A90D9">
              <a:alpha val="35000"/>
            </a:srgbClr>
          </a:solidFill>
          <a:ln w="12700">
            <a:solidFill>
              <a:srgbClr val="4A90D9">
                <a:alpha val="3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0" y="2560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IES21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Reunión con Dicon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4F7"/>
                </a:solidFill>
              </a:rPr>
              <a:t>Presentación del equipo &amp; Objetivos de la reunión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971800"/>
            <a:ext cx="2743200" cy="457200"/>
          </a:xfrm>
          <a:prstGeom prst="roundRect">
            <a:avLst/>
          </a:prstGeom>
          <a:solidFill>
            <a:srgbClr val="4A90D9">
              <a:alpha val="7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Septiembre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Nuestro Equipo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132320" y="0"/>
            <a:ext cx="1645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IES21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4688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27000" dist="50800" dir="5400000">
              <a:srgbClr val="1A2C5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554480"/>
            <a:ext cx="914400" cy="914400"/>
          </a:xfrm>
          <a:prstGeom prst="ellipse">
            <a:avLst/>
          </a:prstGeom>
          <a:solidFill>
            <a:srgbClr val="2457A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606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A52"/>
                </a:solidFill>
              </a:rPr>
              <a:t>Ezequiel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97280" y="3154680"/>
            <a:ext cx="914400" cy="274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Edad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7A4"/>
                </a:solidFill>
              </a:rPr>
              <a:t>32 años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560" y="1325880"/>
            <a:ext cx="24688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27000" dist="50800" dir="5400000">
              <a:srgbClr val="1A2C5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1554480"/>
            <a:ext cx="914400" cy="914400"/>
          </a:xfrm>
          <a:prstGeom prst="ellipse">
            <a:avLst/>
          </a:prstGeom>
          <a:solidFill>
            <a:srgbClr val="2457A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606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A52"/>
                </a:solidFill>
              </a:rPr>
              <a:t>Geronimo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114800" y="3154680"/>
            <a:ext cx="914400" cy="274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Edad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7A4"/>
                </a:solidFill>
              </a:rPr>
              <a:t>24 años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1325880"/>
            <a:ext cx="24688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27000" dist="50800" dir="5400000">
              <a:srgbClr val="1A2C5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0" y="1554480"/>
            <a:ext cx="914400" cy="914400"/>
          </a:xfrm>
          <a:prstGeom prst="ellipse">
            <a:avLst/>
          </a:prstGeom>
          <a:solidFill>
            <a:srgbClr val="2457A4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Er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606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A52"/>
                </a:solidFill>
              </a:rPr>
              <a:t>Eric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132320" y="3154680"/>
            <a:ext cx="914400" cy="274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</a:rPr>
              <a:t>Edad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7A4"/>
                </a:solidFill>
              </a:rPr>
              <a:t>23 años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Objetivos de la Reunión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1A2C5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307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52"/>
                </a:solidFill>
              </a:rPr>
              <a:t>Identificar Puntos de Dolor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1691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Comprender los desafíos y fricciones actuales dentro de los procesos de Dicon.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478024"/>
            <a:ext cx="8321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1A2C5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06624"/>
            <a:ext cx="566928" cy="5669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06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52728" y="255117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52"/>
                </a:solidFill>
              </a:rPr>
              <a:t>Relevar Procesos Clave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2935224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Mapear los flujos de trabajo y procedimientos existentes en la organización.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721608"/>
            <a:ext cx="8321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5400000">
              <a:srgbClr val="1A2C5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50208"/>
            <a:ext cx="566928" cy="5669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50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3794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A52"/>
                </a:solidFill>
              </a:rPr>
              <a:t>Expectativas de Dicon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41788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</a:rPr>
              <a:t>Escuchar qué espera Dicon de este trabajo y alinear nuestra propuesta con sus necesidades.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457A4">
              <a:alpha val="40000"/>
            </a:srgbClr>
          </a:solidFill>
          <a:ln w="12700">
            <a:solidFill>
              <a:srgbClr val="2457A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840480"/>
            <a:ext cx="2286000" cy="2286000"/>
          </a:xfrm>
          <a:prstGeom prst="ellipse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Nuestros Entregables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4F7"/>
                </a:solidFill>
              </a:rPr>
              <a:t>Lo que llevaremos a la reunión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14800" cy="3383280"/>
          </a:xfrm>
          <a:prstGeom prst="roundRect">
            <a:avLst/>
          </a:prstGeom>
          <a:solidFill>
            <a:srgbClr val="2457A4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6276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Avance Parcial del Informe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3383280" cy="27432"/>
          </a:xfrm>
          <a:prstGeom prst="rect">
            <a:avLst/>
          </a:prstGeom>
          <a:solidFill>
            <a:srgbClr val="4A90D9">
              <a:alpha val="70000"/>
            </a:srgbClr>
          </a:solidFill>
          <a:ln w="12700">
            <a:solidFill>
              <a:srgbClr val="4A90D9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3591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Presentación del relevamiento realizado hasta la fecha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Análisis preliminar de la organización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38587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Primeras conclusiones y hallazgos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1463040"/>
            <a:ext cx="4114800" cy="3383280"/>
          </a:xfrm>
          <a:prstGeom prst="roundRect">
            <a:avLst/>
          </a:prstGeom>
          <a:solidFill>
            <a:srgbClr val="2457A4">
              <a:alpha val="7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16276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Documentación del Conocimiento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57800" y="2286000"/>
            <a:ext cx="3383280" cy="27432"/>
          </a:xfrm>
          <a:prstGeom prst="rect">
            <a:avLst/>
          </a:prstGeom>
          <a:solidFill>
            <a:srgbClr val="4A90D9">
              <a:alpha val="70000"/>
            </a:srgbClr>
          </a:solidFill>
          <a:ln w="12700">
            <a:solidFill>
              <a:srgbClr val="4A90D9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2423160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67528" y="23591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Registro formal de los procesos relevados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172968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67528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Mapa de la organización y sus áreas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922776"/>
            <a:ext cx="164592" cy="16459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67528" y="38587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</a:rPr>
              <a:t>Base de conocimiento para iteraciones futuras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</a:rPr>
              <a:t>IES21  •  Reunión Dicon  •  Septiembre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2026-09-08T15:16:21Z</dcterms:created>
  <dcterms:modified xsi:type="dcterms:W3CDTF">2026-09-08T15:16:21Z</dcterms:modified>
</cp:coreProperties>
</file>